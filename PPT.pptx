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244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solidFill>
            <a:srgbClr val="2A3A75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Auction Platform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Old &amp; Valuable Items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&amp; Feature Roadmap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548640" cy="36576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C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Spring Boot  •  Spring Data JPA  •  WebSockets  •  MySQL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Master's Project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Auction Platform for Old &amp; Valuable Items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MOTIVATION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 meets full-stack learning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95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marketplace where collectors can safely buy, sell and bid on rare paintings, coins, antiques and other valuable items with authenticity verification.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377440"/>
            <a:ext cx="411480" cy="41148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395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learning goal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28346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relational schema design, Spring Security with role-based access, JPA repositories, and native WebSocket live bidding on a React UI.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2377440"/>
            <a:ext cx="411480" cy="41148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23957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CS concepts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32520" y="28346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concurrent bid updates, escrow-style, multi-role access control, image uploads, and real-time notification routing.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40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54406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real-time online auction platform with role-based dashboards backed by a normalized MySQL schema.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Auction Platform for Old &amp; Valuable Items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TECH STACK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Architecture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has one clear job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651760" cy="128016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468880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2468880"/>
            <a:ext cx="2651760" cy="128016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468880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651760" cy="128016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648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0" y="2468880"/>
            <a:ext cx="18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61120" y="2468880"/>
            <a:ext cx="2651760" cy="128016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6112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37673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37673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0" y="37673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4572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 dashboards, live auction pages, seller consoles, and admin approval queues.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956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4956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auth, validates listings, records bids atomically, exposes payment endpoints.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3400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53400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MySQL via Hibernate ORM — no boilerplate SQL for users, items, bids, payments.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57241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51760" y="572414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users, items, auctions, bid history, payments, reviews and notifications.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Auction Platform for Old &amp; Valuable Items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flow with real-time bidding channel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8028" y="237744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028" y="2542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8028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46908" y="2377440"/>
            <a:ext cx="320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66948" y="237744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6948" y="2542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66948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35828" y="2377440"/>
            <a:ext cx="320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55868" y="237744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5868" y="2542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55868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24748" y="2377440"/>
            <a:ext cx="320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44788" y="237744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44788" y="2542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44788" y="2944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81048" y="3931920"/>
            <a:ext cx="3840480" cy="100584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81048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981048" y="4498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(native WS)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70168" y="3931920"/>
            <a:ext cx="3840480" cy="100584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0168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Broadcast Handler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70168" y="4498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TextWebSocketHandler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21528" y="3931920"/>
            <a:ext cx="548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981048" y="4983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bidirectional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394960"/>
            <a:ext cx="73152" cy="82296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 (bids, listings, payments) travel left → right; auction data and confirmations travel right → left as JSON.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handler keeps thread-safe bidder sessions in memory for instant bid propagation to all watchers.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Auction Platform for Old &amp; Valuable Items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functionality — the working baseline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73152" cy="146304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60320"/>
            <a:ext cx="502920" cy="32004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60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Listings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upload items with images, category, starting bid, reserve price, and auction duration.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237744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377440"/>
            <a:ext cx="73152" cy="146304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560320"/>
            <a:ext cx="502920" cy="32004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560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0175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 updates over WebSockets with highest-bidder display and outbid notifications.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237744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2377440"/>
            <a:ext cx="73152" cy="146304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560320"/>
            <a:ext cx="502920" cy="32004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2560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Queue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8200" y="30175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start as 'pending review' until an administrator verifies the seller and item authenticity.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77640"/>
            <a:ext cx="73152" cy="146304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160520"/>
            <a:ext cx="502920" cy="32004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1605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4114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Wishlist &amp; History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46177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save items, track their bids, and view won auctions and full order history from their dashboard.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43400" y="397764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3400" y="3977640"/>
            <a:ext cx="73152" cy="146304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4160520"/>
            <a:ext cx="502920" cy="32004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41605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4114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46177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pay through an escrow-style flow with invoice generation and refund handling on disputes.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29600" y="3977640"/>
            <a:ext cx="3749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3977640"/>
            <a:ext cx="73152" cy="146304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4160520"/>
            <a:ext cx="502920" cy="32004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41605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052560" y="4114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Trust Score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458200" y="46177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and sellers rate each other after each sale, building a trust score visible on every profile.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Auction Platform for Old &amp; Valuable Items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HIGHLIGHTS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Highlights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adding depth and production value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66928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 Broadcasting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Spring's TextWebSocketHandler pushes every new bid to all subscribed browsers instantly — no polling, no StompJS overhead.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566928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Auto-Extend Anti-Sniping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bid placed in the last 60 seconds pushes the auction end time forward, giving fair chances against last-second sniping bots.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566928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guards every endpoint: Buyer, Seller, and Admin roles unlock different dashboards, actions, and views.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794760"/>
            <a:ext cx="566928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931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Payment Flow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42976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payments are held server-side until the buyer confirms delivery, then released to the seller — reducing fraud risk.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212080"/>
            <a:ext cx="566928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49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&amp; Static Serving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7150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photos are stored under /uploads/ and served through Spring MVC for instant previews on the auction feed.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5212080"/>
            <a:ext cx="5669280" cy="123444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5349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Auction Closing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57150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task closes expired auctions, marks the winning bid, notifies both parties and triggers the payment invoice.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Auction Platform for Old &amp; Valuable Items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DATA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normalized tables with clear relationships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240280" cy="45720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240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218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51129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80390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0965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(BUYER/SELLER/ADMIN)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389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6817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97433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trust_score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377440"/>
            <a:ext cx="2240280" cy="45720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2377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34640" y="2834640"/>
            <a:ext cx="2240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71800" y="3218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71800" y="351129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71800" y="380390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71800" y="40965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image_url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71800" y="4389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starting_price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71800" y="46817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reserve_price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71800" y="497433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seller_id → users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2377440"/>
            <a:ext cx="2240280" cy="45720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377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212080" y="2834640"/>
            <a:ext cx="2240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3218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 → items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351129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380390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end_time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49240" y="40965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current_bid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4389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highest_bidder_id →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46817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89520" y="2377440"/>
            <a:ext cx="2240280" cy="45720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2377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589520" y="2834640"/>
            <a:ext cx="2240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26680" y="3218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auction_id → auctions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26680" y="351129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bidder_id → users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26680" y="380390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26680" y="40965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26680" y="4389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is_winning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966960" y="2377440"/>
            <a:ext cx="2240280" cy="45720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66960" y="2377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966960" y="2834640"/>
            <a:ext cx="2240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0412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104120" y="32186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auction_id → auctions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104120" y="351129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buyer_id → users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104120" y="380390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104120" y="40965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104120" y="43891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invoice_no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104120" y="46817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5F6FA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5852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011680" y="585216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(1 : many) items, bids, payments   •   items (1 : 1) auctions   •   auctions (1 : many) bids   •   auctions (1 : 1) payments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Auction Platform for Old &amp; Valuable Items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ROADMAP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from schema to deployment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36576" cy="3877056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468880"/>
            <a:ext cx="320040" cy="32004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2587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Entities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setup for users, items, auctions, bids and payments with JPA entity relationships.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332720" y="251460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9F7E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3255264"/>
            <a:ext cx="320040" cy="32004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55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118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3741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Controllers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66674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endpoints with Spring Security, image upload handling, and auction/bid management APIs.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32720" y="3300984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9F7E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0" y="33009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4041648"/>
            <a:ext cx="320040" cy="32004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041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904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4531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Buyer, seller, and admin dashboards, auction detail pages, wishlist and profile settings.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332720" y="4087368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9F7E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0" y="40873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8680" y="4828032"/>
            <a:ext cx="320040" cy="32004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828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690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71600" y="49469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&amp; Payments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71600" y="52395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 broadcasting, escrow-style payment flow, invoices, notifications and reviews.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332720" y="487375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9F7E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2720" y="48737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68680" y="5614416"/>
            <a:ext cx="320040" cy="32004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614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71600" y="5477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71600" y="5733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Deployment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371600" y="602589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testing, admin approval flows, bug fixes, and deployment package preparation.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332720" y="5660136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9F7EF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32720" y="56601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36576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1463040"/>
            <a:ext cx="365760" cy="36576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14173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Online Auction Platform connecting React, Spring Boot, WebSockets and MySQL.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2377440"/>
            <a:ext cx="365760" cy="36576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331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bidding with anti-sniping auction extensions and secure escrow-style payments.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3291840"/>
            <a:ext cx="365760" cy="365760"/>
          </a:xfrm>
          <a:prstGeom prst="ellipse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3246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for buyers, sellers and admins with a clean, responsive UI.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5029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937760" y="5852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1049</Words>
  <Application>Microsoft Office PowerPoint</Application>
  <PresentationFormat>Widescreen</PresentationFormat>
  <Paragraphs>210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Vamshi Reddy</cp:lastModifiedBy>
  <cp:revision>2</cp:revision>
  <dcterms:created xsi:type="dcterms:W3CDTF">2026-07-16T16:51:00Z</dcterms:created>
  <dcterms:modified xsi:type="dcterms:W3CDTF">2026-07-16T17:05:20Z</dcterms:modified>
</cp:coreProperties>
</file>